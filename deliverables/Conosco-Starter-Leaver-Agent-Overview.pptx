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4A6FE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Starter / Leaver Provisioning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our clients’ new joiners and leavers done on time — every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leadership review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Marnus van der Hoven · Support Technician · 18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our clients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Starters and leavers, done on time — every time.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2A3576"/>
          </a:solidFill>
          <a:ln w="12700">
            <a:solidFill>
              <a:srgbClr val="2A35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4A6FE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waiting for a technician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starts the instant the ticket is logged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32004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2A3576"/>
          </a:solidFill>
          <a:ln w="12700">
            <a:solidFill>
              <a:srgbClr val="2A35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3474720"/>
            <a:ext cx="457200" cy="457200"/>
          </a:xfrm>
          <a:prstGeom prst="ellipse">
            <a:avLst/>
          </a:prstGeom>
          <a:solidFill>
            <a:srgbClr val="4A6FE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4069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correct setup, every time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4800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missed licenses, groups or permissions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2004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2A3576"/>
          </a:solidFill>
          <a:ln w="12700">
            <a:solidFill>
              <a:srgbClr val="2A35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3474720"/>
            <a:ext cx="457200" cy="457200"/>
          </a:xfrm>
          <a:prstGeom prst="ellipse">
            <a:avLst/>
          </a:prstGeom>
          <a:solidFill>
            <a:srgbClr val="4A6FE3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4069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Leavers removed promptly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4800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response clients expect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today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process works, but it limits the experience we can give clients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76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wait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only happens when a technician is free — at busy times, starters and leavers queue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176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291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client’s process differs, so the result depends on who picks up the ticket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176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Mistakes show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3291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license or wrong permission is something the client notices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0" y="19202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2176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7260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Leaver risk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72600" y="3291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can linger in the queue — a security concern for the client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hour spent on manual setup is an hour not spent on other clients’ tickets.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by HALO — runs end-to-end, with a technician approving the change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E3EC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logged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logs a starter/leaver ticket in HALO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54680" y="292608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66160" y="2286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342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0342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4904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reads 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3657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client and follows their exact process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80760" y="292608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92240" y="2286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E3EC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950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2950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+ approval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3657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the exact plan; a technician approves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06840" y="292608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6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418320" y="2286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5558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35558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01200" y="3246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+ recorded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0" y="3657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Creates/disables the account &amp; access, writes back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both cloud-only (Microsoft Entra) and on-premises Active Directory clients — automatically, per client.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the client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28800"/>
            <a:ext cx="320040" cy="320040"/>
          </a:xfrm>
          <a:prstGeom prst="ellipse">
            <a:avLst/>
          </a:prstGeom>
          <a:solidFill>
            <a:srgbClr val="4A6FE3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7556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time, every time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new joiner’s first day — no waiting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828800"/>
            <a:ext cx="320040" cy="320040"/>
          </a:xfrm>
          <a:prstGeom prst="ellipse">
            <a:avLst/>
          </a:prstGeom>
          <a:solidFill>
            <a:srgbClr val="4A6FE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7556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queue wait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17720" y="2240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stuck behind other tickets in the support queue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828800"/>
            <a:ext cx="320040" cy="320040"/>
          </a:xfrm>
          <a:prstGeom prst="ellipse">
            <a:avLst/>
          </a:prstGeom>
          <a:solidFill>
            <a:srgbClr val="4A6FE3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17556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Error-free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21040" y="2240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correct setup applied every single time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566160"/>
            <a:ext cx="320040" cy="320040"/>
          </a:xfrm>
          <a:prstGeom prst="ellipse">
            <a:avLst/>
          </a:prstGeom>
          <a:solidFill>
            <a:srgbClr val="4A6FE3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3493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Leavers handled promptly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removed without delay — security clients expect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43400" y="32918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566160"/>
            <a:ext cx="320040" cy="320040"/>
          </a:xfrm>
          <a:prstGeom prst="ellipse">
            <a:avLst/>
          </a:prstGeom>
          <a:solidFill>
            <a:srgbClr val="4A6FE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493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service speeds up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61772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freed to resolve other client tickets faster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32918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3566160"/>
            <a:ext cx="320040" cy="320040"/>
          </a:xfrm>
          <a:prstGeom prst="ellipse">
            <a:avLst/>
          </a:prstGeom>
          <a:solidFill>
            <a:srgbClr val="4A6FE3"/>
          </a:solidFill>
          <a:ln/>
        </p:spPr>
      </p:sp>
      <p:sp>
        <p:nvSpPr>
          <p:cNvPr id="25" name="Text 23"/>
          <p:cNvSpPr/>
          <p:nvPr/>
        </p:nvSpPr>
        <p:spPr>
          <a:xfrm>
            <a:off x="8732520" y="3493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consistent standard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32104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high quality across every client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the client onboarding — and for every other client whose ticket gets attention sooner.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turnaround, time given back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93776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client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 hours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technician work — only once one is free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FC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automatically, the moment the ticket is logged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5544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 time returned to other client tickets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0" y="2194560"/>
            <a:ext cx="5577840" cy="822960"/>
          </a:xfrm>
          <a:prstGeom prst="roundRect">
            <a:avLst>
              <a:gd name="adj" fmla="val 6667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194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starters / month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 hours / month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0" y="3154680"/>
            <a:ext cx="5577840" cy="822960"/>
          </a:xfrm>
          <a:prstGeom prst="roundRect">
            <a:avLst>
              <a:gd name="adj" fmla="val 6667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1546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starters / month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3154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75 hours / month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43600" y="4114800"/>
            <a:ext cx="5577840" cy="822960"/>
          </a:xfrm>
          <a:prstGeom prst="roundRect">
            <a:avLst>
              <a:gd name="adj" fmla="val 6667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4114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starters / month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52560" y="4114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150 hours / month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0" y="51663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are placeholders until we confirm our figures. Leavers add further time on top.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security-first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designed in from the start — the assurance clients’ security reviews look for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 gate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is created or disabled without a technician approving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1737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 per client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148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scoped credentials — no single all-powerful login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880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in a secure vault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never live in code or tickets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2971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2880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Tickets treated as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ticket text can’t trigger unintended actions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023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434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recorded against the ticket for client reviews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4114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4023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Unknowns flagged, not guessed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4434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unexpected is escalated to a human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— and what we need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 (prototype, tested)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Trigger from HALO + per-client routing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Account creation — Entra &amp; on-prem 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Approval gate, write-back &amp; audit log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Safety-net retry + security hardening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go live, we need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Approval for a limited pilot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514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HALO API access + ticket field details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971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(Entra) access + secure vault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3429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Our monthly starter/leaver volumes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A3576"/>
          </a:solidFill>
          <a:ln w="12700">
            <a:solidFill>
              <a:srgbClr val="4A6F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approve a limited pilot with 1–2 clients.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risk is low — the prototype exists — and the client benefit is immediate: starters and leavers done on time, every time.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2026-06-18T21:25:35Z</dcterms:created>
  <dcterms:modified xsi:type="dcterms:W3CDTF">2026-06-18T21:25:35Z</dcterms:modified>
</cp:coreProperties>
</file>